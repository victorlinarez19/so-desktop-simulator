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corta del proyecto. Mostrar la app en vivo en cuanto se pueda.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tarjeta corresponde a un requisito de la tarea y a una app de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kernel corre en su propio hilo; la interfaz solo recibe instantáneas de su 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inicio de sesión: Juan (contraseña guinan) es administrador; Ana solo escribe en su carpeta.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el Diagrama de estados: las fichas se mueven y las aristas se iluminan.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Desactivar la compactación automática y esperar la alerta naranja; luego pulsar Compactar.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Apagar los interruptores en la app Sincronización y ver los contadores en rojo.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interbloqueo aparece cerca del tick 115. Mostrar luego el aviso de inanición en el Monitor de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Cambiar el algoritmo del brazo y comparar la gráfica de recorrido.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una memoria USB durante la demo y mostrar la carpeta guiñanOS-respaldos.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app Demostración: interbloqueo, inanición y fragmentación con un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B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guiñanOS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guiñanOS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</a:rPr>
              <a:t>Simulador de sistema operativo de escritorio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Sistemas de Operación · 7.º semestre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Kernel simulado + hardware real de la laptop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cubre el proyecto</a:t>
            </a:r>
            <a:endParaRPr lang="en-US" sz="3200" dirty="0"/>
          </a:p>
        </p:txBody>
      </p:sp>
      <p:sp>
        <p:nvSpPr>
          <p:cNvPr id="3" name="Tarjeta 1"/>
          <p:cNvSpPr/>
          <p:nvPr/>
        </p:nvSpPr>
        <p:spPr>
          <a:xfrm>
            <a:off x="457200" y="118872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15 procesos con quantum propio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RR, FCFS y prioridades</a:t>
            </a:r>
            <a:endParaRPr lang="en-US" sz="1500" dirty="0"/>
          </a:p>
        </p:txBody>
      </p:sp>
      <p:sp>
        <p:nvSpPr>
          <p:cNvPr id="5" name="Tarjeta 2"/>
          <p:cNvSpPr/>
          <p:nvPr/>
        </p:nvSpPr>
        <p:spPr>
          <a:xfrm>
            <a:off x="4663440" y="118872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46320" y="1188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 estados y transiciones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incluye swap a disco</a:t>
            </a:r>
            <a:endParaRPr lang="en-US" sz="1500" dirty="0"/>
          </a:p>
        </p:txBody>
      </p:sp>
      <p:sp>
        <p:nvSpPr>
          <p:cNvPr id="7" name="Tarjeta 3"/>
          <p:cNvSpPr/>
          <p:nvPr/>
        </p:nvSpPr>
        <p:spPr>
          <a:xfrm>
            <a:off x="457200" y="205740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Interbloqueo visible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grafo, detección, banquero</a:t>
            </a:r>
            <a:endParaRPr lang="en-US" sz="1500" dirty="0"/>
          </a:p>
        </p:txBody>
      </p:sp>
      <p:sp>
        <p:nvSpPr>
          <p:cNvPr id="9" name="Tarjeta 4"/>
          <p:cNvSpPr/>
          <p:nvPr/>
        </p:nvSpPr>
        <p:spPr>
          <a:xfrm>
            <a:off x="4663440" y="205740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Inanición con evidencia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 envejecimiento (aging)</a:t>
            </a:r>
            <a:endParaRPr lang="en-US" sz="1500" dirty="0"/>
          </a:p>
        </p:txBody>
      </p:sp>
      <p:sp>
        <p:nvSpPr>
          <p:cNvPr id="11" name="Tarjeta 5"/>
          <p:cNvSpPr/>
          <p:nvPr/>
        </p:nvSpPr>
        <p:spPr>
          <a:xfrm>
            <a:off x="457200" y="292608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926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Memoria: compactación y overlays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fragmentación a la vista</a:t>
            </a:r>
            <a:endParaRPr lang="en-US" sz="1500" dirty="0"/>
          </a:p>
        </p:txBody>
      </p:sp>
      <p:sp>
        <p:nvSpPr>
          <p:cNvPr id="13" name="Tarjeta 6"/>
          <p:cNvSpPr/>
          <p:nvPr/>
        </p:nvSpPr>
        <p:spPr>
          <a:xfrm>
            <a:off x="4663440" y="292608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2926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Sincronización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semáforos, mutex, carreras</a:t>
            </a:r>
            <a:endParaRPr lang="en-US" sz="1500" dirty="0"/>
          </a:p>
        </p:txBody>
      </p:sp>
      <p:sp>
        <p:nvSpPr>
          <p:cNvPr id="15" name="Tarjeta 7"/>
          <p:cNvSpPr/>
          <p:nvPr/>
        </p:nvSpPr>
        <p:spPr>
          <a:xfrm>
            <a:off x="457200" y="379476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794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Disco real y 6 algoritmos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guiñanFS en disk.img</a:t>
            </a:r>
            <a:endParaRPr lang="en-US" sz="1500" dirty="0"/>
          </a:p>
        </p:txBody>
      </p:sp>
      <p:sp>
        <p:nvSpPr>
          <p:cNvPr id="17" name="Tarjeta 8"/>
          <p:cNvSpPr/>
          <p:nvPr/>
        </p:nvSpPr>
        <p:spPr>
          <a:xfrm>
            <a:off x="4663440" y="379476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3794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Hardware real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USB, cámara, Wi-Fi, Bluetooth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3200" dirty="0"/>
          </a:p>
        </p:txBody>
      </p:sp>
      <p:sp>
        <p:nvSpPr>
          <p:cNvPr id="3" name="Capa 1"/>
          <p:cNvSpPr/>
          <p:nvPr/>
        </p:nvSpPr>
        <p:spPr>
          <a:xfrm>
            <a:off x="457200" y="1188720"/>
            <a:ext cx="4754880" cy="868680"/>
          </a:xfrm>
          <a:prstGeom prst="roundRect">
            <a:avLst>
              <a:gd name="adj" fmla="val 12632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Interfaz estilo macOS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React + Framer Motion · ventanas, Dock, Spotlight</a:t>
            </a:r>
            <a:endParaRPr lang="en-US" sz="1600" dirty="0"/>
          </a:p>
        </p:txBody>
      </p:sp>
      <p:sp>
        <p:nvSpPr>
          <p:cNvPr id="5" name="Capa 2"/>
          <p:cNvSpPr/>
          <p:nvPr/>
        </p:nvSpPr>
        <p:spPr>
          <a:xfrm>
            <a:off x="457200" y="2240280"/>
            <a:ext cx="47548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402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Proceso principal de Electron (HAL)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USB, batería, impresión, disco real, IPC</a:t>
            </a:r>
            <a:endParaRPr lang="en-US" sz="1600" dirty="0"/>
          </a:p>
        </p:txBody>
      </p:sp>
      <p:sp>
        <p:nvSpPr>
          <p:cNvPr id="7" name="Capa 3"/>
          <p:cNvSpPr/>
          <p:nvPr/>
        </p:nvSpPr>
        <p:spPr>
          <a:xfrm>
            <a:off x="457200" y="3291840"/>
            <a:ext cx="475488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918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Kernel simulado (worker thread)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TypeScript puro · planificador, memoria, FS, E/S</a:t>
            </a:r>
            <a:endParaRPr lang="en-US" sz="1600" dirty="0"/>
          </a:p>
        </p:txBody>
      </p:sp>
      <p:sp>
        <p:nvSpPr>
          <p:cNvPr id="9" name="Puntos"/>
          <p:cNvSpPr txBox="1"/>
          <p:nvPr/>
        </p:nvSpPr>
        <p:spPr>
          <a:xfrm>
            <a:off x="5577840" y="114300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kernel no depende de Electron: se prueba por consola con Vitest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Los eventos reales entran como interrupciones (IRQ)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Más de 150 pruebas automáticas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Escritorio, sesiones y Terminal</a:t>
            </a:r>
            <a:endParaRPr lang="en-US" sz="3200" dirty="0"/>
          </a:p>
        </p:txBody>
      </p:sp>
      <p:sp>
        <p:nvSpPr>
          <p:cNvPr id="3" name="Puntos"/>
          <p:cNvSpPr txBox="1"/>
          <p:nvPr/>
        </p:nvSpPr>
        <p:spPr>
          <a:xfrm>
            <a:off x="45720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Inicio de sesión con cuentas guardadas en disk.img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Administrador y usuario estándar con permisos distintos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Bloquear, suspender, reiniciar y apagar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Terminal con comandos reales: ps, kill, mem, ls, exit…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Spotlight, Mission Control y Centro de control</a:t>
            </a:r>
            <a:endParaRPr lang="en-US" sz="1500" dirty="0"/>
          </a:p>
        </p:txBody>
      </p:sp>
      <p:pic>
        <p:nvPicPr>
          <p:cNvPr id="4" name="Captura login" descr="Captura de 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4389120" cy="225074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Procesos, estados y planificación</a:t>
            </a:r>
            <a:endParaRPr lang="en-US" sz="3200" dirty="0"/>
          </a:p>
        </p:txBody>
      </p:sp>
      <p:sp>
        <p:nvSpPr>
          <p:cNvPr id="3" name="Puntos"/>
          <p:cNvSpPr txBox="1"/>
          <p:nvPr/>
        </p:nvSpPr>
        <p:spPr>
          <a:xfrm>
            <a:off x="45720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15 procesos: Finder, Terminal, Navegador, Antivirus…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Modelo de 7 estados con la causa de cada transición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Quantum distinto por proceso, editable en vivo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Round Robin, FCFS y prioridades expropiativas</a:t>
            </a:r>
            <a:endParaRPr lang="en-US" sz="1500" dirty="0"/>
          </a:p>
        </p:txBody>
      </p:sp>
      <p:pic>
        <p:nvPicPr>
          <p:cNvPr id="4" name="Captura estados" descr="Captura de est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4389120" cy="225074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Memoria: fragmentación y compactación</a:t>
            </a:r>
            <a:endParaRPr lang="en-US" sz="3200" dirty="0"/>
          </a:p>
        </p:txBody>
      </p:sp>
      <p:sp>
        <p:nvSpPr>
          <p:cNvPr id="3" name="Puntos"/>
          <p:cNvSpPr txBox="1"/>
          <p:nvPr/>
        </p:nvSpPr>
        <p:spPr>
          <a:xfrm>
            <a:off x="45720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Particiones dinámicas: primer, mejor, peor y siguiente ajuste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Fragmentación externa detectada y mostrada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Compactación que reubica y cuesta CPU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Recubrimiento: el Compilador usa 180 KB en vez de 360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Swap real a disk.img</a:t>
            </a:r>
            <a:endParaRPr lang="en-US" sz="1500" dirty="0"/>
          </a:p>
        </p:txBody>
      </p:sp>
      <p:pic>
        <p:nvPicPr>
          <p:cNvPr id="4" name="Captura memoria" descr="Captura de memo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4389120" cy="225074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Sincronización de procesos</a:t>
            </a:r>
            <a:endParaRPr lang="en-US" sz="3200" dirty="0"/>
          </a:p>
        </p:txBody>
      </p:sp>
      <p:sp>
        <p:nvSpPr>
          <p:cNvPr id="3" name="Puntos"/>
          <p:cNvSpPr txBox="1"/>
          <p:nvPr/>
        </p:nvSpPr>
        <p:spPr>
          <a:xfrm>
            <a:off x="45720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Semáforos con cola FIFO y mutex con dueño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Productor–consumidor con búfer de 5 casillas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 mutex: actualizaciones perdidas (condición de carrera)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 semáforos: desbordamiento del búfer</a:t>
            </a:r>
            <a:endParaRPr lang="en-US" sz="1500" dirty="0"/>
          </a:p>
        </p:txBody>
      </p:sp>
      <p:pic>
        <p:nvPicPr>
          <p:cNvPr id="4" name="Captura sincronizacion" descr="Captura de sincronizac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4389120" cy="225074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Interbloqueo e inanición</a:t>
            </a:r>
            <a:endParaRPr lang="en-US" sz="3200" dirty="0"/>
          </a:p>
        </p:txBody>
      </p:sp>
      <p:sp>
        <p:nvSpPr>
          <p:cNvPr id="3" name="Puntos"/>
          <p:cNvSpPr txBox="1"/>
          <p:nvPr/>
        </p:nvSpPr>
        <p:spPr>
          <a:xfrm>
            <a:off x="45720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Spooler y Respaldo USB piden impresora y USB en orden inverso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Detección con grafo de asignación y ciclo en rojo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Recuperar, evitar (banquero) o prevenir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Antivirus (prioridad 9) pasa más de 100 ticks sin CPU; el aging lo corrige</a:t>
            </a:r>
            <a:endParaRPr lang="en-US" sz="1500" dirty="0"/>
          </a:p>
        </p:txBody>
      </p:sp>
      <p:pic>
        <p:nvPicPr>
          <p:cNvPr id="4" name="Captura interbloqueo" descr="Captura de interbloque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4389120" cy="225074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 y sistema de archivos</a:t>
            </a:r>
            <a:endParaRPr lang="en-US" sz="3200" dirty="0"/>
          </a:p>
        </p:txBody>
      </p:sp>
      <p:sp>
        <p:nvSpPr>
          <p:cNvPr id="3" name="Puntos"/>
          <p:cNvSpPr txBox="1"/>
          <p:nvPr/>
        </p:nvSpPr>
        <p:spPr>
          <a:xfrm>
            <a:off x="45720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guiñanFS: i-nodos, mapa de bits y asignación indexada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disk.img: archivo real de 32 MB que persiste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Brazo con FCFS, SSTF, SCAN, C-SCAN, LOOK y C-LOOK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Finder y Utilidad de Discos muestran los bloques</a:t>
            </a:r>
            <a:endParaRPr lang="en-US" sz="1500" dirty="0"/>
          </a:p>
        </p:txBody>
      </p:sp>
      <p:pic>
        <p:nvPicPr>
          <p:cNvPr id="4" name="Captura disco" descr="Captura de dis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4389120" cy="225074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real de la laptop</a:t>
            </a:r>
            <a:endParaRPr lang="en-US" sz="3200" dirty="0"/>
          </a:p>
        </p:txBody>
      </p:sp>
      <p:graphicFrame>
        <p:nvGraphicFramePr>
          <p:cNvPr id="11" name="Tabla hardwa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Dispositivo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Cómo lo controla el kernel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E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033"/>
                          </a:solidFill>
                        </a:rPr>
                        <a:t>Teclado y ratón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033"/>
                          </a:solidFill>
                        </a:rPr>
                        <a:t>cada tecla o clic es una IRQ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033"/>
                          </a:solidFill>
                        </a:rPr>
                        <a:t>Cámara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033"/>
                          </a:solidFill>
                        </a:rPr>
                        <a:t>solo enciende si el proceso tiene el recurso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033"/>
                          </a:solidFill>
                        </a:rPr>
                        <a:t>Memoria USB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033"/>
                          </a:solidFill>
                        </a:rPr>
                        <a:t>se detecta al conectar y recibe respaldos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033"/>
                          </a:solidFill>
                        </a:rPr>
                        <a:t>Wi-Fi y Bluetooth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033"/>
                          </a:solidFill>
                        </a:rPr>
                        <a:t>se listan, conectan y activan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033"/>
                          </a:solidFill>
                        </a:rPr>
                        <a:t>Batería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033"/>
                          </a:solidFill>
                        </a:rPr>
                        <a:t>poca carga: modo de bajo consumo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033"/>
                          </a:solidFill>
                        </a:rPr>
                        <a:t>Impresión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033"/>
                          </a:solidFill>
                        </a:rPr>
                        <a:t>PDF real del documento que lee el Spooler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Captura hardware" descr="Captura de hardw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4389120" cy="225074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Un SO completo simulado: procesos, memoria, disco y E/S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Cada concepto se puede provocar y observar en vivo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Conectado a hardware real, no solo simulado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Demostración en vivo con la app «Demostración»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iñanOS">
  <a:themeElements>
    <a:clrScheme name="guiñanOS">
      <a:dk1>
        <a:srgbClr val="1B1033"/>
      </a:dk1>
      <a:lt1>
        <a:srgbClr val="FFFFFF"/>
      </a:lt1>
      <a:dk2>
        <a:srgbClr val="3B2A6B"/>
      </a:dk2>
      <a:lt2>
        <a:srgbClr val="F3F0FA"/>
      </a:lt2>
      <a:accent1>
        <a:srgbClr val="7B3FE4"/>
      </a:accent1>
      <a:accent2>
        <a:srgbClr val="FF6A3D"/>
      </a:accent2>
      <a:accent3>
        <a:srgbClr val="0A84FF"/>
      </a:accent3>
      <a:accent4>
        <a:srgbClr val="30D158"/>
      </a:accent4>
      <a:accent5>
        <a:srgbClr val="FFD60A"/>
      </a:accent5>
      <a:accent6>
        <a:srgbClr val="FF453A"/>
      </a:accent6>
      <a:hlink>
        <a:srgbClr val="0A84FF"/>
      </a:hlink>
      <a:folHlink>
        <a:srgbClr val="7B3FE4"/>
      </a:folHlink>
    </a:clrScheme>
    <a:fontScheme name="guiñan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guiñanOS: simulador de sistema operativo de escritorio</dc:title>
  <dc:subject>PptxGenJS Presentation</dc:subject>
  <dc:creator>PptxGenJS</dc:creator>
  <cp:lastModifiedBy>PptxGenJS</cp:lastModifiedBy>
  <cp:revision>1</cp:revision>
  <dcterms:created xsi:type="dcterms:W3CDTF">2026-10-15T16:16:05Z</dcterms:created>
  <dcterms:modified xsi:type="dcterms:W3CDTF">2026-10-15T16:16:05Z</dcterms:modified>
</cp:coreProperties>
</file>